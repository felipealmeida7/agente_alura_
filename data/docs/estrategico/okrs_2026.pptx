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 anual; revisão trimestral.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OKRs 2026 - Nova Aurora Tecnologia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Planejamento estratégico 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1: Crescer a receita recorrente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KR1: MRR de R$ 1,6 mi para R$ 2,08 mi (+30%)</a:t>
            </a:r>
          </a:p>
          <a:p>
            <a:r>
              <a:t>KR2: Lançar o plano Enterprise até junho</a:t>
            </a:r>
          </a:p>
          <a:p>
            <a:r>
              <a:t>KR3: Fechar 12 contratos do plano Business</a:t>
            </a:r>
          </a:p>
          <a:p>
            <a:r>
              <a:t>Responsável: Diretoria 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2: Encantar os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KR1: NPS de 45 para 60</a:t>
            </a:r>
          </a:p>
          <a:p>
            <a:r>
              <a:t>KR2: Tempo de primeira resposta abaixo de 1 hora</a:t>
            </a:r>
          </a:p>
          <a:p>
            <a:r>
              <a:t>KR3: CSAT de 92%</a:t>
            </a:r>
          </a:p>
          <a:p>
            <a:r>
              <a:t>Responsável: Diretoria de Sucesso do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3: Operar com eficiência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KR1: Churn mensal de 6% para 4%</a:t>
            </a:r>
          </a:p>
          <a:p>
            <a:r>
              <a:t>KR2: Reduzir em 15% o custo de infraestrutura</a:t>
            </a:r>
          </a:p>
          <a:p>
            <a:r>
              <a:t>KR3: 100% dos colaboradores treinados em LGPD até março</a:t>
            </a:r>
          </a:p>
          <a:p>
            <a:r>
              <a:t>Responsável: Diretoria de Operações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